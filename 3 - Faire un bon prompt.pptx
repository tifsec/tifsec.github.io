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70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65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44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54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99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03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61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53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61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81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76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454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1828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402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150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66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C876F-80B3-46FC-9BA7-1615367AF7F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3728DDD-980A-4F91-81DB-BD505AAB2D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39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7DCF7-D060-4CB5-B409-6157159DA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Séance 36 - Faire un bon prompt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1566D0-AC06-282B-C517-33413972F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/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faire un prompt pertinent et qualitatif ?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17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B6828-011F-274A-B4E7-7723AB46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7992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Intention de la séance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FCB76-B482-B177-F8DA-DABC4C4D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3040"/>
            <a:ext cx="8923866" cy="4928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Cette séance vise à faire comprendre qu’une IA ne « devine » pas magiquement ce qu’on attend d’elle :</a:t>
            </a:r>
          </a:p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qualité de la réponse dépend très fortement de la qualité de la consigne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L’objectif n’est donc pas seulement de « savoir parler à une IA », mais de :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Formuler une demande claire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Préciser un contexte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Indiquer un objectif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Imposer un format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Garder un regard critique sur la réponse obtenue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Autrement dit :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 prompt-er, c’est déjà apprendre à penser plus clairement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DB695-D134-BD28-F047-DC514434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d’apprentissage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C38BCF-E763-AE3B-EC49-F0DC7CFFF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51882" cy="3880773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la fin de la séance, l’élève doit être capable de :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Expliquer ce qu’est un prompt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Distinguer un prompt vague d’un prompt précis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Améliorer une consigne pour obtenir une réponse plus utile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Utiliser une structure simple pour rédiger un prompt de qualité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 qu’une bonne réponse commence souvent par une bonne question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9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8A93F-3D7A-7DC6-9E56-76FE2168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Historiquement parlant…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B04B0-8844-BD6C-9E51-04EBBB9AF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Pendant longtemps, pour obtenir quelque chose d’un ordinateur, il fallait écrire des commandes très rigides dans un langage précis. </a:t>
            </a: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Avec les IA génératives, on a l’impression de pouvoir « parler normalement ». Mais cette liberté est trompeuse : plus on est flou, plus la machine risque de répondre à côté.</a:t>
            </a:r>
          </a:p>
          <a:p>
            <a:pPr marL="0" indent="0">
              <a:buNone/>
            </a:pP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« 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prompting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» est donc apparu comme une nouvelle compétence numérique :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savoir exprimer précisément une intention à un système automatique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 donnez pas des ordres mous à une machine et n’attendez pas une pensée brillante en retour.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consigne floue fabrique une réponse floue.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Penser clairement, formuler clairement, demander clairement : voilà déjà une forme d’intelligence.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88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80708C-5F1F-0A7E-0D14-1E27977F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Accroche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489340-F5C7-8468-CEF9-3C33EF105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Fais-moi un texte. »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Est-ce que cette consigne est bonne ?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Qu’est-ce qu’il manque ?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Peut-on obtenir quelque chose de vraiment utile avec une demande aussi floue ?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répond souvent exactement… au flou qu’on lui donne.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7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D47D5-AF47-6C37-C0DC-873DA047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prompt, C’est quoi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AA21F-CD2F-57A8-C259-06B7D9F5C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636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Définition simple: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 la consigne que l’on donne à une IA pour obtenir une réponse.</a:t>
            </a:r>
          </a:p>
          <a:p>
            <a:pPr marL="0" indent="0">
              <a:buNone/>
            </a:pP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Cependant, un prompt faible donne souvent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trop générale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hors sujet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trop longue ou trop courte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inutilisable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qui semble correcte mais ne répond pas vraiment au besoin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9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24A33C-CAC5-F3AB-A9E7-053A9305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7136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 qui fait un bon prompt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7C09F-F575-B31A-363A-8BCEE5374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744"/>
            <a:ext cx="8596668" cy="486765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règle des 5 éléments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bon prompt précise :</a:t>
            </a: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Le rôle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qui l’IA doit-elle « ressembler » ?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: « Tu es un professeur de SNT… »</a:t>
            </a: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Le contexte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quelle situation se place-t-on ?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: « Pour une classe de seconde… »</a:t>
            </a: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La tâche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doit-elle faire exactement ?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: « Explique simplement ce qu’est un moteur de recherche… »</a:t>
            </a: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Les contraintes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Quelles limites faut-il respecter ?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: « En 5 lignes, avec un vocabulaire simple… »</a:t>
            </a: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Le format attendu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Sous quelle forme veut-on la réponse ?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: « Sous forme de paragraphe » ou « en tableau » ou « en liste de 3 idées »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3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606B3-29A9-D519-5589-938FC254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concret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271D5B-6869-0D29-878B-5D109AC4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410034" cy="3880773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pauvre: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Explique Internet. »</a:t>
            </a:r>
          </a:p>
          <a:p>
            <a:pPr marL="0" lv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Pourquoi est-il mauvais ?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risque-t-on d’obtenir ?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C1F3CCB-4EA6-166C-23BA-856E959C22A7}"/>
              </a:ext>
            </a:extLst>
          </p:cNvPr>
          <p:cNvSpPr txBox="1">
            <a:spLocks/>
          </p:cNvSpPr>
          <p:nvPr/>
        </p:nvSpPr>
        <p:spPr>
          <a:xfrm>
            <a:off x="4087368" y="2160589"/>
            <a:ext cx="5660136" cy="4459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amélioré: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Tu es un professeur de SNT. Explique à des élèves de seconde comment circule l’information sur Internet. Fais une réponse simple, en 8 lignes maximum, avec un exemple concret du quotidien. »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sujet est mieux défini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public est précisé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niveau attendu est clair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longueur est encadrée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réponse a plus de chances d’être utile</a:t>
            </a:r>
          </a:p>
        </p:txBody>
      </p:sp>
    </p:spTree>
    <p:extLst>
      <p:ext uri="{BB962C8B-B14F-4D97-AF65-F5344CB8AC3E}">
        <p14:creationId xmlns:p14="http://schemas.microsoft.com/office/powerpoint/2010/main" val="87245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CA2D-B61B-35D0-6347-1324F5DF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C50BF-AC63-3B7D-C53C-6822F8E2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 concret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0CE74C-AE14-DC28-C80E-85F6A65CD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4297002" cy="2767012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pauvre: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Fais-moi un exposé sur les réseaux sociaux. »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03F5405-B304-64E0-F233-BBF72E27450D}"/>
              </a:ext>
            </a:extLst>
          </p:cNvPr>
          <p:cNvSpPr txBox="1">
            <a:spLocks/>
          </p:cNvSpPr>
          <p:nvPr/>
        </p:nvSpPr>
        <p:spPr>
          <a:xfrm>
            <a:off x="4974336" y="2160590"/>
            <a:ext cx="4773168" cy="2767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amélioré: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Tu es un élève de seconde. Rédige une introduction de 6 lignes pour un exposé sur le modèle économique des réseaux sociaux. Utilise un vocabulaire simple et termine par une question qui ouvre le sujet. »</a:t>
            </a:r>
          </a:p>
        </p:txBody>
      </p:sp>
    </p:spTree>
    <p:extLst>
      <p:ext uri="{BB962C8B-B14F-4D97-AF65-F5344CB8AC3E}">
        <p14:creationId xmlns:p14="http://schemas.microsoft.com/office/powerpoint/2010/main" val="149127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C9F6DC-E9CA-C746-3257-9A75ACB3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0016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Activité : « Sauvez le prompt »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943100-CFE0-0220-A99A-A28960715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9617"/>
            <a:ext cx="8596668" cy="496519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 ton meilleur prompt !</a:t>
            </a:r>
          </a:p>
          <a:p>
            <a:pPr marL="0" indent="0" algn="ctr">
              <a:buNone/>
            </a:pP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Prompts faibles devant être amélioré (en choisir 3):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Explique le Web. »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Fais un résumé. »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Écris un texte sur le cloud. »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Aide-moi en photo numérique. »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Parle-moi de l’IA. »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Consigne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chaque prompt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 ce qui ne va pas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L’améliorer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Expliquer pourquoi la nouvelle version est meilleure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06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DEDB4-F2BD-71F6-C128-62844F66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1144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CBFEE4-A601-F9E5-69AA-9B7F12B38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745"/>
            <a:ext cx="8596668" cy="50749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 Un bon prompt ne consiste pas à demander plus. Il consiste à demander mieux. »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bon prompt doit préciser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rôle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contexte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tâche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contraintes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format attendu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surtout :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L’IA n’est pas là pour penser à ma place.</a:t>
            </a:r>
          </a:p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Cependant, elle m’aide mieux quand je sais déjà ce que je cherche.</a:t>
            </a:r>
          </a:p>
          <a:p>
            <a:pPr marL="0" indent="0" algn="ctr">
              <a:buNone/>
            </a:pP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ma demande est claire, plus la réponse a des chances d’être utile.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1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ACA76-EE9E-5F20-5B4E-D46B160A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mot de la fin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6E10C9-EC82-A216-AF62-260A8511F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vraie puissance n’est pas dans la machine, elle est dans l’esprit de celui qui sait quoi demander, pourquoi il le demande, et ce qu’il fera ensuite de la réponse.</a:t>
            </a:r>
          </a:p>
        </p:txBody>
      </p:sp>
    </p:spTree>
    <p:extLst>
      <p:ext uri="{BB962C8B-B14F-4D97-AF65-F5344CB8AC3E}">
        <p14:creationId xmlns:p14="http://schemas.microsoft.com/office/powerpoint/2010/main" val="39073151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874</Words>
  <Application>Microsoft Office PowerPoint</Application>
  <PresentationFormat>Grand écran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Facette</vt:lpstr>
      <vt:lpstr>Séance 36 - Faire un bon prompt</vt:lpstr>
      <vt:lpstr>Intention de la séance</vt:lpstr>
      <vt:lpstr>Objectifs d’apprentissage</vt:lpstr>
      <vt:lpstr>Historiquement parlant…</vt:lpstr>
      <vt:lpstr>Accroche</vt:lpstr>
      <vt:lpstr>Un prompt, C’est quoi ?</vt:lpstr>
      <vt:lpstr>Ce qui fait un bon prompt</vt:lpstr>
      <vt:lpstr>Exemple concret</vt:lpstr>
      <vt:lpstr>Exemple concret</vt:lpstr>
      <vt:lpstr>Activité : « Sauvez le prompt »</vt:lpstr>
      <vt:lpstr>Bilan</vt:lpstr>
      <vt:lpstr>Le mot de la 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tifaine secheret</dc:creator>
  <cp:lastModifiedBy>tifaine secheret</cp:lastModifiedBy>
  <cp:revision>43</cp:revision>
  <dcterms:created xsi:type="dcterms:W3CDTF">2026-03-18T14:11:01Z</dcterms:created>
  <dcterms:modified xsi:type="dcterms:W3CDTF">2026-03-18T14:46:22Z</dcterms:modified>
</cp:coreProperties>
</file>